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Google Sans"/>
      <p:regular r:id="rId12"/>
      <p:bold r:id="rId13"/>
      <p:italic r:id="rId14"/>
      <p:boldItalic r:id="rId15"/>
    </p:embeddedFont>
    <p:embeddedFont>
      <p:font typeface="Source Sans 3 Black"/>
      <p:bold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GoogleSans-bold.fntdata"/><Relationship Id="rId12" Type="http://schemas.openxmlformats.org/officeDocument/2006/relationships/font" Target="fonts/GoogleSans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GoogleSans-boldItalic.fntdata"/><Relationship Id="rId14" Type="http://schemas.openxmlformats.org/officeDocument/2006/relationships/font" Target="fonts/GoogleSans-italic.fntdata"/><Relationship Id="rId17" Type="http://schemas.openxmlformats.org/officeDocument/2006/relationships/font" Target="fonts/SourceSans3Black-boldItalic.fntdata"/><Relationship Id="rId16" Type="http://schemas.openxmlformats.org/officeDocument/2006/relationships/font" Target="fonts/SourceSans3Black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h9215772b6f3521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h9215772b6f3521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h9215772b6f3521c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h9215772b6f3521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9215772b6f3521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9215772b6f3521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h9215772b6f3521c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h9215772b6f3521c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9215772b6f3521c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9215772b6f3521c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👑 main character needs a title 👑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048100" y="2583925"/>
            <a:ext cx="52068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Team Name : </a:t>
            </a:r>
            <a:endParaRPr b="1" sz="1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 : </a:t>
            </a:r>
            <a:endParaRPr b="1" sz="1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 : </a:t>
            </a:r>
            <a:endParaRPr b="1" sz="18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0"/>
            <a:ext cx="9144000" cy="681600"/>
          </a:xfrm>
          <a:prstGeom prst="rect">
            <a:avLst/>
          </a:prstGeom>
          <a:solidFill>
            <a:srgbClr val="F572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8450" y="4107950"/>
            <a:ext cx="1035550" cy="103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 title="Untitled-1.png"/>
          <p:cNvPicPr preferRelativeResize="0"/>
          <p:nvPr/>
        </p:nvPicPr>
        <p:blipFill rotWithShape="1">
          <a:blip r:embed="rId4">
            <a:alphaModFix/>
          </a:blip>
          <a:srcRect b="38474" l="0" r="0" t="38476"/>
          <a:stretch/>
        </p:blipFill>
        <p:spPr>
          <a:xfrm>
            <a:off x="125275" y="112050"/>
            <a:ext cx="3528499" cy="4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 title="logos.png"/>
          <p:cNvPicPr preferRelativeResize="0"/>
          <p:nvPr/>
        </p:nvPicPr>
        <p:blipFill rotWithShape="1">
          <a:blip r:embed="rId5">
            <a:alphaModFix/>
          </a:blip>
          <a:srcRect b="31692" l="12521" r="11641" t="31123"/>
          <a:stretch/>
        </p:blipFill>
        <p:spPr>
          <a:xfrm>
            <a:off x="7034550" y="84312"/>
            <a:ext cx="1859891" cy="5129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2773050" y="808150"/>
            <a:ext cx="3597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PROPOSED SOLUTION </a:t>
            </a:r>
            <a:endParaRPr b="1" sz="2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757675" y="1692225"/>
            <a:ext cx="5206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</a:pPr>
            <a:r>
              <a:rPr b="1" lang="en"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Describe Your Problem. </a:t>
            </a:r>
            <a:endParaRPr b="1" sz="180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</a:pPr>
            <a:r>
              <a:rPr b="1" lang="en"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Describe Your Idea About the problem.</a:t>
            </a:r>
            <a:endParaRPr b="1" sz="180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0"/>
            <a:ext cx="9144000" cy="681600"/>
          </a:xfrm>
          <a:prstGeom prst="rect">
            <a:avLst/>
          </a:prstGeom>
          <a:solidFill>
            <a:srgbClr val="F572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5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8450" y="4107950"/>
            <a:ext cx="1035550" cy="103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 title="Untitled-1.png"/>
          <p:cNvPicPr preferRelativeResize="0"/>
          <p:nvPr/>
        </p:nvPicPr>
        <p:blipFill rotWithShape="1">
          <a:blip r:embed="rId4">
            <a:alphaModFix/>
          </a:blip>
          <a:srcRect b="38474" l="0" r="0" t="38476"/>
          <a:stretch/>
        </p:blipFill>
        <p:spPr>
          <a:xfrm>
            <a:off x="125275" y="112050"/>
            <a:ext cx="3528499" cy="4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title="logos.png"/>
          <p:cNvPicPr preferRelativeResize="0"/>
          <p:nvPr/>
        </p:nvPicPr>
        <p:blipFill rotWithShape="1">
          <a:blip r:embed="rId5">
            <a:alphaModFix/>
          </a:blip>
          <a:srcRect b="31692" l="12521" r="11641" t="31123"/>
          <a:stretch/>
        </p:blipFill>
        <p:spPr>
          <a:xfrm>
            <a:off x="7034550" y="84312"/>
            <a:ext cx="1859891" cy="512974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/>
          <p:nvPr/>
        </p:nvSpPr>
        <p:spPr>
          <a:xfrm>
            <a:off x="2679900" y="798275"/>
            <a:ext cx="378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Source Sans 3 Black"/>
                <a:ea typeface="Source Sans 3 Black"/>
                <a:cs typeface="Source Sans 3 Black"/>
                <a:sym typeface="Source Sans 3 Black"/>
              </a:rPr>
              <a:t>USER FLOW/ WORKING</a:t>
            </a:r>
            <a:r>
              <a:rPr lang="en" sz="2400">
                <a:solidFill>
                  <a:schemeClr val="dk1"/>
                </a:solidFill>
                <a:latin typeface="Source Sans 3 Black"/>
                <a:ea typeface="Source Sans 3 Black"/>
                <a:cs typeface="Source Sans 3 Black"/>
                <a:sym typeface="Source Sans 3 Black"/>
              </a:rPr>
              <a:t> </a:t>
            </a:r>
            <a:endParaRPr sz="2400">
              <a:solidFill>
                <a:schemeClr val="dk1"/>
              </a:solidFill>
              <a:latin typeface="Source Sans 3 Black"/>
              <a:ea typeface="Source Sans 3 Black"/>
              <a:cs typeface="Source Sans 3 Black"/>
              <a:sym typeface="Source Sans 3 Black"/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757675" y="1692225"/>
            <a:ext cx="5206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</a:pPr>
            <a:r>
              <a:rPr b="1" lang="en"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Describe How It works. </a:t>
            </a:r>
            <a:endParaRPr b="1" sz="180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</a:pPr>
            <a:r>
              <a:rPr b="1" lang="en"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Describe how the user works on it.</a:t>
            </a:r>
            <a:endParaRPr b="1" sz="180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</a:pPr>
            <a:r>
              <a:rPr b="1" lang="en"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Diagrams </a:t>
            </a:r>
            <a:r>
              <a:rPr b="1" lang="en"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Preferred (if applicable).</a:t>
            </a:r>
            <a:endParaRPr b="1" sz="180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/>
          <p:nvPr/>
        </p:nvSpPr>
        <p:spPr>
          <a:xfrm>
            <a:off x="0" y="0"/>
            <a:ext cx="9144000" cy="681600"/>
          </a:xfrm>
          <a:prstGeom prst="rect">
            <a:avLst/>
          </a:prstGeom>
          <a:solidFill>
            <a:srgbClr val="F572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" name="Google Shape;83;p16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8450" y="4107950"/>
            <a:ext cx="1035550" cy="103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6" title="Untitled-1.png"/>
          <p:cNvPicPr preferRelativeResize="0"/>
          <p:nvPr/>
        </p:nvPicPr>
        <p:blipFill rotWithShape="1">
          <a:blip r:embed="rId4">
            <a:alphaModFix/>
          </a:blip>
          <a:srcRect b="38474" l="0" r="0" t="38476"/>
          <a:stretch/>
        </p:blipFill>
        <p:spPr>
          <a:xfrm>
            <a:off x="125275" y="112050"/>
            <a:ext cx="3528499" cy="4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6" title="logos.png"/>
          <p:cNvPicPr preferRelativeResize="0"/>
          <p:nvPr/>
        </p:nvPicPr>
        <p:blipFill rotWithShape="1">
          <a:blip r:embed="rId5">
            <a:alphaModFix/>
          </a:blip>
          <a:srcRect b="31692" l="12521" r="11641" t="31123"/>
          <a:stretch/>
        </p:blipFill>
        <p:spPr>
          <a:xfrm>
            <a:off x="7034550" y="84312"/>
            <a:ext cx="1859891" cy="512974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2679900" y="798275"/>
            <a:ext cx="3784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TECHNICAL APPROACH</a:t>
            </a:r>
            <a:r>
              <a:rPr b="1" lang="en" sz="24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b="1" sz="2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757675" y="1692225"/>
            <a:ext cx="5206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</a:pPr>
            <a:r>
              <a:rPr b="1" lang="en"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Describe the tech stack in depth </a:t>
            </a:r>
            <a:endParaRPr b="1" sz="180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</a:pPr>
            <a:r>
              <a:rPr b="1" lang="en"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Add Flow Diagrams</a:t>
            </a:r>
            <a:endParaRPr b="1" sz="180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/>
          <p:nvPr/>
        </p:nvSpPr>
        <p:spPr>
          <a:xfrm>
            <a:off x="0" y="0"/>
            <a:ext cx="9144000" cy="681600"/>
          </a:xfrm>
          <a:prstGeom prst="rect">
            <a:avLst/>
          </a:prstGeom>
          <a:solidFill>
            <a:srgbClr val="F572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7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8450" y="4107950"/>
            <a:ext cx="1035550" cy="103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 title="Untitled-1.png"/>
          <p:cNvPicPr preferRelativeResize="0"/>
          <p:nvPr/>
        </p:nvPicPr>
        <p:blipFill rotWithShape="1">
          <a:blip r:embed="rId4">
            <a:alphaModFix/>
          </a:blip>
          <a:srcRect b="38474" l="0" r="0" t="38476"/>
          <a:stretch/>
        </p:blipFill>
        <p:spPr>
          <a:xfrm>
            <a:off x="125275" y="112050"/>
            <a:ext cx="3528499" cy="4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 title="logos.png"/>
          <p:cNvPicPr preferRelativeResize="0"/>
          <p:nvPr/>
        </p:nvPicPr>
        <p:blipFill rotWithShape="1">
          <a:blip r:embed="rId5">
            <a:alphaModFix/>
          </a:blip>
          <a:srcRect b="31692" l="12521" r="11641" t="31123"/>
          <a:stretch/>
        </p:blipFill>
        <p:spPr>
          <a:xfrm>
            <a:off x="7034550" y="84312"/>
            <a:ext cx="1859891" cy="51297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1712450" y="867688"/>
            <a:ext cx="652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INNOVATION &amp; DIFFERENTIATION </a:t>
            </a:r>
            <a:endParaRPr b="1" sz="2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757675" y="1692225"/>
            <a:ext cx="5206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</a:pPr>
            <a:r>
              <a:rPr b="1" lang="en"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Describe why your approach is unique.</a:t>
            </a:r>
            <a:endParaRPr b="1" sz="180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Google Sans"/>
              <a:buChar char="●"/>
            </a:pPr>
            <a:r>
              <a:rPr b="1" lang="en" sz="1800">
                <a:solidFill>
                  <a:schemeClr val="dk2"/>
                </a:solidFill>
                <a:latin typeface="Google Sans"/>
                <a:ea typeface="Google Sans"/>
                <a:cs typeface="Google Sans"/>
                <a:sym typeface="Google Sans"/>
              </a:rPr>
              <a:t>Describe why it will stand out.</a:t>
            </a:r>
            <a:endParaRPr b="1" sz="1800">
              <a:solidFill>
                <a:schemeClr val="dk2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/>
          <p:nvPr/>
        </p:nvSpPr>
        <p:spPr>
          <a:xfrm>
            <a:off x="0" y="0"/>
            <a:ext cx="9144000" cy="681600"/>
          </a:xfrm>
          <a:prstGeom prst="rect">
            <a:avLst/>
          </a:prstGeom>
          <a:solidFill>
            <a:srgbClr val="F572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8" title="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8450" y="4107950"/>
            <a:ext cx="1035550" cy="103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 title="Untitled-1.png"/>
          <p:cNvPicPr preferRelativeResize="0"/>
          <p:nvPr/>
        </p:nvPicPr>
        <p:blipFill rotWithShape="1">
          <a:blip r:embed="rId4">
            <a:alphaModFix/>
          </a:blip>
          <a:srcRect b="38474" l="0" r="0" t="38476"/>
          <a:stretch/>
        </p:blipFill>
        <p:spPr>
          <a:xfrm>
            <a:off x="125275" y="107850"/>
            <a:ext cx="3560899" cy="46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8" title="logos.png"/>
          <p:cNvPicPr preferRelativeResize="0"/>
          <p:nvPr/>
        </p:nvPicPr>
        <p:blipFill rotWithShape="1">
          <a:blip r:embed="rId5">
            <a:alphaModFix/>
          </a:blip>
          <a:srcRect b="31692" l="12521" r="11641" t="31123"/>
          <a:stretch/>
        </p:blipFill>
        <p:spPr>
          <a:xfrm>
            <a:off x="7034550" y="84312"/>
            <a:ext cx="1859891" cy="51297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 txBox="1"/>
          <p:nvPr/>
        </p:nvSpPr>
        <p:spPr>
          <a:xfrm>
            <a:off x="2620675" y="853838"/>
            <a:ext cx="5206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FEASIBILITY, IMPACT &amp; FUTURE </a:t>
            </a:r>
            <a:endParaRPr b="1" sz="2400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757675" y="1692225"/>
            <a:ext cx="520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